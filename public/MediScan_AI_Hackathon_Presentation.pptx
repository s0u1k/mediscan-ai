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463040"/>
            <a:ext cx="88971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MediScan AI</a:t>
            </a:r>
          </a:p>
          <a:p>
            <a:pPr algn="ctr">
              <a:spcAft>
                <a:spcPts val="2500"/>
              </a:spcAft>
              <a:defRPr sz="2000">
                <a:solidFill>
                  <a:srgbClr val="06B6D4"/>
                </a:solidFill>
              </a:defRPr>
            </a:pPr>
            <a:r>
              <a:t>Next-Gen AI Medical Diagnostic Assistant &amp; Smart Healthcare Portal</a:t>
            </a:r>
          </a:p>
          <a:p>
            <a:pPr algn="ctr">
              <a:spcAft>
                <a:spcPts val="2500"/>
              </a:spcAft>
              <a:defRPr sz="1400">
                <a:solidFill>
                  <a:srgbClr val="94A3B8"/>
                </a:solidFill>
              </a:defRPr>
            </a:pPr>
            <a:r>
              <a:t>🏥 Multimodal AI (Opus 4.8 &amp; Gemini 3.1)  •  🛡️ Patient Safety Hardened  •  🔒 Privacy-First Zero Retention</a:t>
            </a:r>
          </a:p>
          <a:p>
            <a:pPr algn="ctr">
              <a:defRPr sz="1300">
                <a:solidFill>
                  <a:srgbClr val="10B981"/>
                </a:solidFill>
              </a:defRPr>
            </a:pPr>
            <a:r>
              <a:t>🌐 Live Demo: https://medi-scan-ai-ivory.vercel.app</a:t>
            </a:r>
            <a:br/>
            <a:r>
              <a:t>💻 GitHub: https://github.com/S0u1k/MediScan-AI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MEDISCAN AI HACKATHON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Problem: Healthcare Gaps &amp; Diagnostic Bottlenecks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🚨 Overburdened Care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Long waiting times in clinics and emergency rooms.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Lack of 24/7 preliminary medical triage guidance.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High stress for patients seeking immediate clarity.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📄 Complex Medical Reports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Lab reports contain confusing biomarkers and jargon.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Handwritten prescriptions are often misinterpreted.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Patients struggle to evaluate out-of-range lab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4444"/>
                </a:solidFill>
              </a:defRPr>
            </a:pPr>
            <a:r>
              <a:t>🔒 Privacy &amp; Unsafe AI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Public AI models hallucinate 'normal' lab results.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Submitting medical records to standard AI breaches privacy.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Unchecked AI diagnosis risks severe patient harm.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MEDISCAN AI HACKATHON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Solution: MediScan AI Intelligent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🤖 Dr. MediScan Multilingual Chat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Powered by Claude Opus 4.8 Fast with clinical prompting.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Full English, Hindi (हिंदी), and Bengali (বাংলা) support.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Instant preliminary medical guidance with strict disclaimers.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🔬 Vision &amp; Document Analysis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Gemini 3.1 Pro Preview for OCR &amp; visual diagnostics.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Prescription scanner, X-Ray region locator, Lab Report Analyzer.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Graceful OpenRouter fallback chain &amp; structured error codes.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🩺 Safety-Hardened Patient Triage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Pure clinical engine for HR, O2, BP, and consciousness.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Explicit INSUFFICIENT_DATA state for incomplete forms.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Pediatric growth chart awareness for minors under 18.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🛡️ Privacy-First &amp; Zero Retention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User-controlled Informed Consent toggle for AI Chat context.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No auto-seeded fake medications or hardcoded 911 numbers.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Strict Firestore user-ownership security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MEDISCAN AI HACKATHON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Comprehensive Medical Feature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🧪 Lab Report Analyzer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Extracts biomarker values.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Tags missing ranges as 'Range Missing'.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Never guesses 'Normal' without doc proof.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💊 Prescription Scanner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Tesseract OCR + Vision AI.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Identifies medicine names &amp; dosage.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Warns on dangerous drug interactions.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🩻 X-Ray Region Identifier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Visual body region detection.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Strict non-diagnostic boundaries.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Transparent API error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⚖️ Pediatric BMI &amp; Growth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Optional Age field inclusion.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Pediatric growth chart notice for &lt;18.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Neutral clinical copy without stigma.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11480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2976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⏰ Medicine Reminders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Clean empty workspace for guests.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Optional 'Load Demo Data' mode.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Dosage schedule &amp; notifications.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11480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2976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4444"/>
                </a:solidFill>
              </a:defRPr>
            </a:pPr>
            <a:r>
              <a:t>🚨 Emergency SOS &amp; Helpline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Instant panic trigger sequence.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India National Helpline 112 / 108.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Geolocation facility locator.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MEDISCAN AI HACKATHON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Clinical Safety &amp; Privacy Architecture (P0 Priority)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🏥 Clinical Safety Hardening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No Hallucinated 'Normals': Lab tests missing reference ranges are assigned 'unknown' status with neutral grey badges.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Triage Bounds Guard: Incomplete or invalid vital signs return explicit INSUFFICIENT_DATA status instead of assuming healthy adult values.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Pediatric Safety: Minors (&lt;18) bypass adult BMI categories and trigger growth chart notices.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Emergency Boundaries: Explicit notices instruct patients to call official emergency services (112/108/911).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🔒 Security &amp; Privacy Controls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Informed Consent Toggle: Default-disabled switch ensures zero health metrics leave the browser without permission.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Data Sanitization: Strips PII (name, email) before sending context to external AI servers.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API Security: Sliding window IP rate limiter (30 req/min) &amp; 10MB magic-byte payload verification.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Firestore Security Rules: Strict user-ownership rule (request.auth.uid == userId) prevents guest leaks.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MEDISCAN AI HACKATHON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Production Tech Stack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💻 Frontend Framework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Next.js 14 App Router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React 18 &amp; TypeScript (Strict)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Tailwind CSS &amp; Framer Motion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Lucide React Icon Suite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jsPDF Document Exporter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🔥 Backend &amp; Database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Firebase Auth (Email, Google, Phone OTP)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Cloud Firestore Database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Next.js Server API Routes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Server-side IP Rate Limiter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Magic-byte Payload Validator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🧠 Multimodal AI &amp; OCR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OpenRouter API Integration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Claude Opus 4.8 Fast (Chat &amp; Summary)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Gemini 3.1 Pro Preview (Vision)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Tesseract.js Client OCR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Automated OpenRouter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MEDISCAN AI HACKATHON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Validation Matrix &amp; Production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📊 Automated Test Matrix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TypeScript Typecheck: 0 Errors (Strict Mode)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Vitest Test Suite: 12 / 12 Unit &amp; Integration Tests Passed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Production Build: 14 / 14 Static &amp; Dynamic Routes Compiled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ESLint Verification: PASSED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Secret Scan: 0 Credentials or tokens committed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🚀 Production Infrastructure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Hosted on Vercel Edge Platform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Live URL: https://medi-scan-ai-ivory.vercel.app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Git Origin: https://github.com/S0u1k/MediScan-AI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Local Central Cache: D:\My Created Projects\Cache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100% Mobile &amp; Web Responsive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MEDISCAN AI HACKATHON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Market Opportunity &amp;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🎯 Target Market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Telehealth users seeking preliminary clarity.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Elderly patients managing complex prescription schedules.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Non-English speaking patients needing local language assistance.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💼 Business Model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Freemium Core: Free triage, symptom check &amp; basic OCR.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B2B Enterprise API: Licensing diagnostic engines to clinics.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Hospital Portal Integration: Custom EHR connectivity.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🌏 Global Reach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Localization in Bengali, Hindi, and English.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Low-latency serverless API deployment.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Universal web access across desktop, tablet, and mobile.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MEDISCAN AI HACKATHON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Future Roadmap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⌚ IoT Wearable Integration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Connect Apple Health, Fitbit &amp; Android Health Connect.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Continuous real-time pulse rate &amp; O2 anomaly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🎙️ Voice AI Specialist Agents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Interactive voice consultation in regional Indian languages.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Hands-free voice triage for elderly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🏥 Institutional EHR Sync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HL7 / FHIR compliant data export.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Direct lab report import from hospital portals.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🔬 Extended Diagnostic AI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Skin lesion analysis &amp; dermatological screening.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ECG waveform interpretation &amp; arrhythmia flagging.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1371600"/>
            <a:ext cx="8531352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03120" y="1737360"/>
            <a:ext cx="79827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2500"/>
              </a:spcAft>
              <a:defRPr sz="2200">
                <a:solidFill>
                  <a:srgbClr val="06B6D4"/>
                </a:solidFill>
              </a:defRPr>
            </a:pPr>
            <a:r>
              <a:t>Questions &amp; Feedback Welcome</a:t>
            </a:r>
          </a:p>
          <a:p>
            <a:pPr algn="ctr">
              <a:defRPr sz="1600">
                <a:solidFill>
                  <a:srgbClr val="10B981"/>
                </a:solidFill>
              </a:defRPr>
            </a:pPr>
            <a:r>
              <a:t>🌐 Live App: https://medi-scan-ai-ivory.vercel.app</a:t>
            </a:r>
            <a:br/>
            <a:r>
              <a:t>💻 GitHub: https://github.com/S0u1k/MediScan-AI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